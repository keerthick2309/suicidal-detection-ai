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AI-Based Detection of Suicidal Ideation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Name:</a:t>
            </a:r>
            <a:r>
              <a:rPr lang="en-IN" dirty="0"/>
              <a:t> </a:t>
            </a:r>
            <a:r>
              <a:rPr lang="en-IN" dirty="0" err="1"/>
              <a:t>Keerthick</a:t>
            </a:r>
            <a:r>
              <a:rPr lang="en-IN" dirty="0"/>
              <a:t> J</a:t>
            </a:r>
            <a:r>
              <a:rPr dirty="0"/>
              <a:t> </a:t>
            </a:r>
          </a:p>
          <a:p>
            <a:r>
              <a:rPr dirty="0"/>
              <a:t>Course: AIML</a:t>
            </a:r>
          </a:p>
          <a:p>
            <a:r>
              <a:rPr dirty="0"/>
              <a:t>Date:</a:t>
            </a:r>
            <a:r>
              <a:rPr lang="en-IN" dirty="0"/>
              <a:t> 07-03-2026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Detect suicidal thoughts from social media text using AI.</a:t>
            </a:r>
          </a:p>
          <a:p>
            <a:r>
              <a:t>Classify risk levels automatically.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Mental health monitoring</a:t>
            </a:r>
            <a:r>
              <a:rPr lang="en-IN" dirty="0"/>
              <a:t>.</a:t>
            </a:r>
            <a:endParaRPr dirty="0"/>
          </a:p>
          <a:p>
            <a:r>
              <a:rPr dirty="0"/>
              <a:t>Social media safety</a:t>
            </a:r>
            <a:r>
              <a:rPr lang="en-IN" dirty="0"/>
              <a:t>.</a:t>
            </a:r>
            <a:endParaRPr dirty="0"/>
          </a:p>
          <a:p>
            <a:r>
              <a:rPr dirty="0"/>
              <a:t>Early intervention systems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Source: Reddit</a:t>
            </a:r>
            <a:r>
              <a:rPr lang="en-IN" dirty="0"/>
              <a:t>.</a:t>
            </a:r>
            <a:endParaRPr dirty="0"/>
          </a:p>
          <a:p>
            <a:r>
              <a:rPr dirty="0"/>
              <a:t>Columns: text, class</a:t>
            </a:r>
            <a:r>
              <a:rPr lang="en-IN" dirty="0"/>
              <a:t>.</a:t>
            </a:r>
            <a:endParaRPr dirty="0"/>
          </a:p>
          <a:p>
            <a:r>
              <a:rPr dirty="0"/>
              <a:t>Contains labeled posts</a:t>
            </a:r>
            <a:r>
              <a:rPr lang="en-IN" dirty="0"/>
              <a:t>.</a:t>
            </a:r>
          </a:p>
          <a:p>
            <a:r>
              <a:rPr lang="en-IN" dirty="0"/>
              <a:t>Created </a:t>
            </a:r>
            <a:r>
              <a:rPr lang="en-IN" dirty="0" err="1"/>
              <a:t>clean_text</a:t>
            </a:r>
            <a:r>
              <a:rPr lang="en-IN" dirty="0"/>
              <a:t> and labels columns from dataset.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Text cleaning</a:t>
            </a:r>
          </a:p>
          <a:p>
            <a:r>
              <a:t>Tokenization</a:t>
            </a:r>
          </a:p>
          <a:p>
            <a:r>
              <a:t>Stopword removal</a:t>
            </a:r>
          </a:p>
          <a:p>
            <a:r>
              <a:t>Lowercasing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</a:t>
            </a:r>
            <a:r>
              <a:rPr lang="en-IN" dirty="0" err="1"/>
              <a:t>achine</a:t>
            </a:r>
            <a:r>
              <a:rPr lang="en-IN" dirty="0"/>
              <a:t> </a:t>
            </a:r>
            <a:r>
              <a:rPr dirty="0"/>
              <a:t>L</a:t>
            </a:r>
            <a:r>
              <a:rPr lang="en-IN" dirty="0"/>
              <a:t>earning</a:t>
            </a:r>
            <a:r>
              <a:rPr dirty="0"/>
              <a:t>: Logistic Regression, Naive Bayes</a:t>
            </a:r>
            <a:r>
              <a:rPr lang="en-IN" dirty="0"/>
              <a:t>, SVM</a:t>
            </a:r>
            <a:endParaRPr dirty="0"/>
          </a:p>
          <a:p>
            <a:r>
              <a:rPr dirty="0"/>
              <a:t>D</a:t>
            </a:r>
            <a:r>
              <a:rPr lang="en-IN" dirty="0" err="1"/>
              <a:t>eep</a:t>
            </a:r>
            <a:r>
              <a:rPr lang="en-IN" dirty="0"/>
              <a:t> </a:t>
            </a:r>
            <a:r>
              <a:rPr dirty="0"/>
              <a:t>L</a:t>
            </a:r>
            <a:r>
              <a:rPr lang="en-IN" dirty="0"/>
              <a:t>earning</a:t>
            </a:r>
            <a:r>
              <a:rPr dirty="0"/>
              <a:t>: LSTM, </a:t>
            </a:r>
            <a:r>
              <a:rPr dirty="0" err="1"/>
              <a:t>BiLSTM</a:t>
            </a:r>
            <a:r>
              <a:rPr dirty="0"/>
              <a:t>, CNN</a:t>
            </a:r>
            <a:r>
              <a:rPr lang="en-IN" dirty="0"/>
              <a:t>.</a:t>
            </a:r>
            <a:endParaRPr dirty="0"/>
          </a:p>
          <a:p>
            <a:r>
              <a:rPr dirty="0"/>
              <a:t>Transformer: BERT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Input → Tokenization → Embedding → Model → Output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Accuracy</a:t>
            </a:r>
          </a:p>
          <a:p>
            <a:r>
              <a:t>Precision</a:t>
            </a:r>
          </a:p>
          <a:p>
            <a:r>
              <a:t>Recall</a:t>
            </a:r>
          </a:p>
          <a:p>
            <a:r>
              <a:t>F1 Score</a:t>
            </a:r>
          </a:p>
          <a:p>
            <a:r>
              <a:t>Confusion Matrix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BERT </a:t>
            </a:r>
            <a:r>
              <a:rPr lang="en-IN" dirty="0"/>
              <a:t>transformer </a:t>
            </a:r>
            <a:r>
              <a:rPr dirty="0"/>
              <a:t>performed best</a:t>
            </a:r>
            <a:r>
              <a:rPr lang="en-IN" dirty="0"/>
              <a:t>.</a:t>
            </a:r>
            <a:endParaRPr dirty="0"/>
          </a:p>
          <a:p>
            <a:r>
              <a:rPr dirty="0"/>
              <a:t>D</a:t>
            </a:r>
            <a:r>
              <a:rPr lang="en-IN" dirty="0" err="1"/>
              <a:t>eep</a:t>
            </a:r>
            <a:r>
              <a:rPr lang="en-IN" dirty="0"/>
              <a:t> </a:t>
            </a:r>
            <a:r>
              <a:rPr dirty="0"/>
              <a:t>L</a:t>
            </a:r>
            <a:r>
              <a:rPr lang="en-IN" dirty="0"/>
              <a:t>earning performed</a:t>
            </a:r>
            <a:r>
              <a:rPr dirty="0"/>
              <a:t> better than M</a:t>
            </a:r>
            <a:r>
              <a:rPr lang="en-IN" dirty="0" err="1"/>
              <a:t>achine</a:t>
            </a:r>
            <a:r>
              <a:rPr lang="en-IN" dirty="0"/>
              <a:t> </a:t>
            </a:r>
            <a:r>
              <a:rPr dirty="0"/>
              <a:t>L</a:t>
            </a:r>
            <a:r>
              <a:rPr lang="en-IN" dirty="0"/>
              <a:t>earning.</a:t>
            </a:r>
            <a:endParaRPr dirty="0"/>
          </a:p>
          <a:p>
            <a:r>
              <a:rPr dirty="0"/>
              <a:t>Improved accuracy</a:t>
            </a:r>
            <a:r>
              <a:rPr lang="en-IN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Explainable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Used LIME</a:t>
            </a:r>
            <a:r>
              <a:rPr lang="en-IN" dirty="0"/>
              <a:t>.</a:t>
            </a:r>
          </a:p>
          <a:p>
            <a:r>
              <a:rPr lang="en-IN" dirty="0"/>
              <a:t>Highlighted important words.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AI helps detect suicidal intent</a:t>
            </a:r>
            <a:r>
              <a:rPr lang="en-IN" dirty="0"/>
              <a:t>.</a:t>
            </a:r>
            <a:endParaRPr dirty="0"/>
          </a:p>
          <a:p>
            <a:r>
              <a:rPr dirty="0"/>
              <a:t>Transformer</a:t>
            </a:r>
            <a:r>
              <a:rPr lang="en-IN" dirty="0"/>
              <a:t> BERT</a:t>
            </a:r>
            <a:r>
              <a:rPr dirty="0"/>
              <a:t> perform</a:t>
            </a:r>
            <a:r>
              <a:rPr lang="en-IN" dirty="0"/>
              <a:t>d</a:t>
            </a:r>
            <a:r>
              <a:rPr dirty="0"/>
              <a:t> best</a:t>
            </a:r>
            <a:r>
              <a:rPr lang="en-IN" dirty="0"/>
              <a:t> compared to others with the accuracy of 96%.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181</Words>
  <Application>Microsoft Office PowerPoint</Application>
  <PresentationFormat>On-screen Show (4:3)</PresentationFormat>
  <Paragraphs>43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AI-Based Detection of Suicidal Ideation</vt:lpstr>
      <vt:lpstr>Problem Statement</vt:lpstr>
      <vt:lpstr>Business Use Cases</vt:lpstr>
      <vt:lpstr>Dataset</vt:lpstr>
      <vt:lpstr>Data Preprocessing</vt:lpstr>
      <vt:lpstr>Models Used</vt:lpstr>
      <vt:lpstr>Model Architecture</vt:lpstr>
      <vt:lpstr>Evaluation Metrics</vt:lpstr>
      <vt:lpstr>Results</vt:lpstr>
      <vt:lpstr>Explainable AI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Rithik J</cp:lastModifiedBy>
  <cp:revision>2</cp:revision>
  <dcterms:created xsi:type="dcterms:W3CDTF">2013-01-27T09:14:16Z</dcterms:created>
  <dcterms:modified xsi:type="dcterms:W3CDTF">2026-04-03T10:41:31Z</dcterms:modified>
  <cp:category/>
</cp:coreProperties>
</file>