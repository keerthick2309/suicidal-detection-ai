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1594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AI-Based Detection of Suicidal Ideation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Name: </a:t>
            </a:r>
            <a:r>
              <a:rPr dirty="0" err="1"/>
              <a:t>Keerthick</a:t>
            </a:r>
            <a:r>
              <a:rPr dirty="0"/>
              <a:t> J</a:t>
            </a:r>
          </a:p>
          <a:p>
            <a:r>
              <a:rPr dirty="0"/>
              <a:t>AIML Project</a:t>
            </a:r>
          </a:p>
          <a:p>
            <a:r>
              <a:rPr dirty="0"/>
              <a:t>ML | DL | Transformers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Problem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Detect suicidal intent from social media text.</a:t>
            </a:r>
          </a:p>
          <a:p>
            <a:r>
              <a:rPr dirty="0"/>
              <a:t>Enable early intervention using AI models.</a:t>
            </a:r>
            <a:endParaRPr lang="en-IN" dirty="0"/>
          </a:p>
          <a:p>
            <a:r>
              <a:rPr lang="en-IN" dirty="0"/>
              <a:t>Classify risk levels automatically.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Business Use Cases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Mental health monitoring</a:t>
            </a:r>
            <a:r>
              <a:rPr lang="en-IN" dirty="0"/>
              <a:t>.</a:t>
            </a:r>
            <a:endParaRPr dirty="0"/>
          </a:p>
          <a:p>
            <a:r>
              <a:rPr dirty="0"/>
              <a:t>Social media safety</a:t>
            </a:r>
            <a:r>
              <a:rPr lang="en-IN" dirty="0"/>
              <a:t>.</a:t>
            </a:r>
            <a:endParaRPr dirty="0"/>
          </a:p>
          <a:p>
            <a:r>
              <a:rPr dirty="0"/>
              <a:t>Early intervention</a:t>
            </a:r>
            <a:r>
              <a:rPr lang="en-IN" dirty="0"/>
              <a:t>.</a:t>
            </a:r>
            <a:endParaRPr dirty="0"/>
          </a:p>
          <a:p>
            <a:r>
              <a:rPr dirty="0"/>
              <a:t>Healthcare analytics</a:t>
            </a:r>
            <a:r>
              <a:rPr lang="en-IN" dirty="0"/>
              <a:t>.</a:t>
            </a: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Source: Reddit</a:t>
            </a:r>
            <a:r>
              <a:rPr lang="en-IN" dirty="0"/>
              <a:t>.</a:t>
            </a:r>
            <a:endParaRPr dirty="0"/>
          </a:p>
          <a:p>
            <a:r>
              <a:rPr dirty="0"/>
              <a:t>Columns: text, class</a:t>
            </a:r>
            <a:r>
              <a:rPr lang="en-IN" dirty="0"/>
              <a:t>.</a:t>
            </a:r>
            <a:endParaRPr dirty="0"/>
          </a:p>
          <a:p>
            <a:r>
              <a:rPr dirty="0"/>
              <a:t>Binary classification problem</a:t>
            </a:r>
            <a:r>
              <a:rPr lang="en-IN" dirty="0"/>
              <a:t>.</a:t>
            </a:r>
          </a:p>
          <a:p>
            <a:r>
              <a:rPr lang="en-US" dirty="0"/>
              <a:t>Created </a:t>
            </a:r>
            <a:r>
              <a:rPr lang="en-US" dirty="0" err="1"/>
              <a:t>clean_text</a:t>
            </a:r>
            <a:r>
              <a:rPr lang="en-US" dirty="0"/>
              <a:t> and labels columns from dataset.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 Preprocessing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Text cleaning</a:t>
            </a:r>
          </a:p>
          <a:p>
            <a:r>
              <a:t>Tokenization</a:t>
            </a:r>
          </a:p>
          <a:p>
            <a:r>
              <a:t>Stopword removal</a:t>
            </a:r>
          </a:p>
          <a:p>
            <a:r>
              <a:t>Lowercasing</a:t>
            </a:r>
          </a:p>
          <a:p>
            <a:r>
              <a:t>Vectorization (TF-IDF / Embeddings)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Models Used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Machine Learning: Logistic Regression, Naive Bayes, SVM</a:t>
            </a:r>
            <a:r>
              <a:rPr lang="en-IN" dirty="0"/>
              <a:t>.</a:t>
            </a:r>
            <a:endParaRPr dirty="0"/>
          </a:p>
          <a:p>
            <a:r>
              <a:rPr dirty="0"/>
              <a:t>Deep Learning: LSTM, </a:t>
            </a:r>
            <a:r>
              <a:rPr dirty="0" err="1"/>
              <a:t>BiLSTM</a:t>
            </a:r>
            <a:r>
              <a:rPr dirty="0"/>
              <a:t>, CNN</a:t>
            </a:r>
            <a:r>
              <a:rPr lang="en-IN" dirty="0"/>
              <a:t>.</a:t>
            </a:r>
            <a:endParaRPr dirty="0"/>
          </a:p>
          <a:p>
            <a:r>
              <a:rPr dirty="0"/>
              <a:t>Transformer: BERT</a:t>
            </a:r>
            <a:r>
              <a:rPr lang="en-IN" dirty="0"/>
              <a:t>.</a:t>
            </a:r>
            <a:endParaRPr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Model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Text → Preprocessing → Tokenization → Embedding → Model → Prediction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Evaluation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Accuracy: Overall correctness</a:t>
            </a:r>
            <a:r>
              <a:rPr lang="en-IN" dirty="0"/>
              <a:t>.</a:t>
            </a:r>
            <a:endParaRPr dirty="0"/>
          </a:p>
          <a:p>
            <a:r>
              <a:rPr dirty="0"/>
              <a:t>Precision: Correct positive predictions</a:t>
            </a:r>
            <a:r>
              <a:rPr lang="en-IN" dirty="0"/>
              <a:t>.</a:t>
            </a:r>
            <a:endParaRPr dirty="0"/>
          </a:p>
          <a:p>
            <a:r>
              <a:rPr dirty="0"/>
              <a:t>Recall: Capturing actual positives</a:t>
            </a:r>
            <a:r>
              <a:rPr lang="en-IN" dirty="0"/>
              <a:t>.</a:t>
            </a:r>
            <a:endParaRPr dirty="0"/>
          </a:p>
          <a:p>
            <a:r>
              <a:rPr dirty="0"/>
              <a:t>F1 Score: Balance of precision &amp; recall</a:t>
            </a:r>
            <a:r>
              <a:rPr lang="en-IN" dirty="0"/>
              <a:t>.</a:t>
            </a:r>
            <a:endParaRPr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Model Performance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t>Logistic Regression - 0.94</a:t>
            </a:r>
          </a:p>
          <a:p>
            <a:r>
              <a:t>Naive Bayes - 0.91</a:t>
            </a:r>
          </a:p>
          <a:p>
            <a:r>
              <a:t>SVM - 0.94</a:t>
            </a:r>
          </a:p>
          <a:p>
            <a:r>
              <a:t>LSTM - 0.93</a:t>
            </a:r>
          </a:p>
          <a:p>
            <a:r>
              <a:t>BiLSTM - 0.93</a:t>
            </a:r>
          </a:p>
          <a:p>
            <a:r>
              <a:t>CNN - 0.93</a:t>
            </a:r>
          </a:p>
          <a:p>
            <a:r>
              <a:t>BERT - 0.96</a:t>
            </a:r>
          </a:p>
          <a:p>
            <a:endParaRPr/>
          </a:p>
          <a:p>
            <a:r>
              <a:t>Best Model: BERT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Insights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Transformer (BERT) achieved highest performance</a:t>
            </a:r>
            <a:r>
              <a:rPr lang="en-IN" dirty="0"/>
              <a:t>.</a:t>
            </a:r>
            <a:endParaRPr dirty="0"/>
          </a:p>
          <a:p>
            <a:r>
              <a:rPr dirty="0"/>
              <a:t>Deep learning models performed consistently</a:t>
            </a:r>
          </a:p>
          <a:p>
            <a:r>
              <a:rPr dirty="0"/>
              <a:t>ML models still competitive</a:t>
            </a:r>
            <a:r>
              <a:rPr lang="en-IN" dirty="0"/>
              <a:t>.</a:t>
            </a:r>
            <a:endParaRPr dirty="0"/>
          </a:p>
          <a:p>
            <a:r>
              <a:rPr dirty="0"/>
              <a:t>Context understanding improves accuracy</a:t>
            </a:r>
            <a:r>
              <a:rPr lang="en-IN" dirty="0"/>
              <a:t>.</a:t>
            </a:r>
            <a:endParaRPr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Explainable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Used LIME</a:t>
            </a:r>
            <a:r>
              <a:rPr lang="en-IN" dirty="0"/>
              <a:t>.</a:t>
            </a:r>
            <a:endParaRPr dirty="0"/>
          </a:p>
          <a:p>
            <a:r>
              <a:rPr dirty="0"/>
              <a:t>Highlighted key words influencing prediction</a:t>
            </a:r>
            <a:r>
              <a:rPr lang="en-IN" dirty="0"/>
              <a:t>.</a:t>
            </a:r>
            <a:endParaRPr dirty="0"/>
          </a:p>
          <a:p>
            <a:r>
              <a:rPr dirty="0"/>
              <a:t>Improves model transparency</a:t>
            </a:r>
            <a:r>
              <a:rPr lang="en-IN" dirty="0"/>
              <a:t>.</a:t>
            </a:r>
            <a:endParaRPr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BERT outperforms all models</a:t>
            </a:r>
            <a:r>
              <a:rPr lang="en-IN" dirty="0"/>
              <a:t>.</a:t>
            </a:r>
            <a:endParaRPr dirty="0"/>
          </a:p>
          <a:p>
            <a:r>
              <a:rPr dirty="0"/>
              <a:t>AI can assist in mental health detection</a:t>
            </a:r>
            <a:r>
              <a:rPr lang="en-IN" dirty="0"/>
              <a:t>.</a:t>
            </a:r>
            <a:endParaRPr dirty="0"/>
          </a:p>
          <a:p>
            <a:r>
              <a:rPr dirty="0"/>
              <a:t>Useful for real-world deployment</a:t>
            </a:r>
            <a:r>
              <a:rPr lang="en-IN" dirty="0"/>
              <a:t>.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250</Words>
  <Application>Microsoft Office PowerPoint</Application>
  <PresentationFormat>On-screen Show (4:3)</PresentationFormat>
  <Paragraphs>58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AI-Based Detection of Suicidal Ideation</vt:lpstr>
      <vt:lpstr>Problem Statement</vt:lpstr>
      <vt:lpstr>Business Use Cases</vt:lpstr>
      <vt:lpstr>Dataset</vt:lpstr>
      <vt:lpstr>Data Preprocessing</vt:lpstr>
      <vt:lpstr>Models Used</vt:lpstr>
      <vt:lpstr>Model Workflow</vt:lpstr>
      <vt:lpstr>Evaluation Metrics</vt:lpstr>
      <vt:lpstr>Model Performance Comparison</vt:lpstr>
      <vt:lpstr>Key Insights</vt:lpstr>
      <vt:lpstr>Explainable AI</vt:lpstr>
      <vt:lpstr>Conclusion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Rithik J</cp:lastModifiedBy>
  <cp:revision>2</cp:revision>
  <dcterms:created xsi:type="dcterms:W3CDTF">2013-01-27T09:14:16Z</dcterms:created>
  <dcterms:modified xsi:type="dcterms:W3CDTF">2026-04-03T10:55:07Z</dcterms:modified>
  <cp:category/>
</cp:coreProperties>
</file>