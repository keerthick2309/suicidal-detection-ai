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AI-Based Detection of Suicidal Ideation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Name: </a:t>
            </a:r>
          </a:p>
          <a:p>
            <a:r>
              <a:t>Course: AIML</a:t>
            </a:r>
          </a:p>
          <a:p>
            <a:r>
              <a:t>Date: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 suicidal thoughts from social media text using AI.</a:t>
            </a:r>
          </a:p>
          <a:p>
            <a:r>
              <a:t>Classify risk levels automatically.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Mental health monitoring</a:t>
            </a:r>
          </a:p>
          <a:p>
            <a:r>
              <a:t>Social media safety</a:t>
            </a:r>
          </a:p>
          <a:p>
            <a:r>
              <a:t>Early intervention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Source: Reddit</a:t>
            </a:r>
          </a:p>
          <a:p>
            <a:r>
              <a:t>Columns: text, class</a:t>
            </a:r>
          </a:p>
          <a:p>
            <a:r>
              <a:t>Contains labeled posts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Text cleaning</a:t>
            </a:r>
          </a:p>
          <a:p>
            <a:r>
              <a:t>Tokenization</a:t>
            </a:r>
          </a:p>
          <a:p>
            <a:r>
              <a:t>Stopword removal</a:t>
            </a:r>
          </a:p>
          <a:p>
            <a:r>
              <a:t>Lowercasing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ML: Logistic Regression, Naive Bayes</a:t>
            </a:r>
          </a:p>
          <a:p>
            <a:r>
              <a:t>DL: LSTM, BiLSTM, CNN</a:t>
            </a:r>
          </a:p>
          <a:p>
            <a:r>
              <a:t>Transformer: BERT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→ Tokenization → Embedding → Model →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</a:t>
            </a:r>
          </a:p>
          <a:p>
            <a:r>
              <a:t>Precision</a:t>
            </a:r>
          </a:p>
          <a:p>
            <a:r>
              <a:t>Recall</a:t>
            </a:r>
          </a:p>
          <a:p>
            <a:r>
              <a:t>F1 Score</a:t>
            </a:r>
          </a:p>
          <a:p>
            <a:r>
              <a:t>Confusion Matrix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BERT performed best</a:t>
            </a:r>
          </a:p>
          <a:p>
            <a:r>
              <a:t>DL better than ML</a:t>
            </a:r>
          </a:p>
          <a:p>
            <a:r>
              <a:t>Improved accuracy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Explainable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LIME/SHAP</a:t>
            </a:r>
          </a:p>
          <a:p>
            <a:r>
              <a:t>Highlighted important words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helps detect suicidal intent</a:t>
            </a:r>
          </a:p>
          <a:p>
            <a:r>
              <a:t>Transformers perform best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monitoring</a:t>
            </a:r>
          </a:p>
          <a:p>
            <a:r>
              <a:t>Multilingual support</a:t>
            </a:r>
          </a:p>
          <a:p>
            <a:r>
              <a:t>Chatbot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